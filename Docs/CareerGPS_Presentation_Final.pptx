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8FBC6C-8D02-4F77-9B87-3DCA60F2C2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BF63FD-179D-4FAA-AFB9-9018C010AA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64395C-C0A7-4C8E-91EA-B21718E7B9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3B43BA-F407-4EAC-88C3-E33050E799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9A4CAE-8AC1-41FE-8296-3984D4C8EF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95EC0E-3117-40DE-A76E-FA251946B0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C757E-69E4-452C-B8D8-34D46542D5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EE7919-3337-4B00-9C48-5AF007381F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89DD88-E790-4B49-A96E-B22D5F567A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DD388-BF61-4B57-8DE6-B6E00F07E4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F1C48D-5573-41F5-B6F0-614D3F2123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9A6A1-CA5D-49EC-865B-CEF467966C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AA220-DD69-43FE-92BE-E33FD94196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/>
          <p:cNvSpPr/>
          <p:nvPr/>
        </p:nvSpPr>
        <p:spPr>
          <a:xfrm>
            <a:off x="822960" y="192024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514600" y="306360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Navigate your career path with AI precision.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296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Roadmaps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72484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72484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Scheduling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62672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62672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Gamification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52896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52896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ATS Score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43084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43084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Interview AI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33272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033272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Leaderboards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/home/claude/deck/icons/LuCompass-white.png"/>
          <p:cNvPicPr/>
          <p:nvPr/>
        </p:nvPicPr>
        <p:blipFill>
          <a:blip r:embed="rId3"/>
          <a:stretch/>
        </p:blipFill>
        <p:spPr>
          <a:xfrm>
            <a:off x="5486400" y="13716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3886200" y="3853440"/>
            <a:ext cx="4631400" cy="261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200" b="1" u="none" strike="noStrike" spc="201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AI-POWERED CAREER NAVIGATION PLATFORM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THE 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548640" y="9601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Job seekers face more than a skills gap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548640" y="169164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Finding a job today is a long journey, and most candidates struggle at every stage of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548640" y="233172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777240" y="256032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777240" y="256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777240" y="304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No clear skill picture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777240" y="33832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Users don't know their real skill level or how it compares to what employers want.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4297680" y="233172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4526280" y="256032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4526280" y="256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4526280" y="304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Unclear roadmap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4526280" y="33832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No structured, personalized plan connecting today's skills to a target career.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8046720" y="233172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5"/>
          <p:cNvSpPr/>
          <p:nvPr/>
        </p:nvSpPr>
        <p:spPr>
          <a:xfrm>
            <a:off x="8275320" y="256032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8275320" y="256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8275320" y="304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Inconsistent studying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8275320" y="33832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Without a schedule or accountability, learning plans get abandoned.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548640" y="425196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0"/>
          <p:cNvSpPr/>
          <p:nvPr/>
        </p:nvSpPr>
        <p:spPr>
          <a:xfrm>
            <a:off x="777240" y="448056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777240" y="4480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777240" y="49651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CVs fail ATS screening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3"/>
          <p:cNvSpPr/>
          <p:nvPr/>
        </p:nvSpPr>
        <p:spPr>
          <a:xfrm>
            <a:off x="777240" y="53035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Strong candidates get filtered out before a recruiter ever sees their CV.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4"/>
          <p:cNvSpPr/>
          <p:nvPr/>
        </p:nvSpPr>
        <p:spPr>
          <a:xfrm>
            <a:off x="4297680" y="425196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5"/>
          <p:cNvSpPr/>
          <p:nvPr/>
        </p:nvSpPr>
        <p:spPr>
          <a:xfrm>
            <a:off x="4526280" y="448056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6"/>
          <p:cNvSpPr/>
          <p:nvPr/>
        </p:nvSpPr>
        <p:spPr>
          <a:xfrm>
            <a:off x="4526280" y="4480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7"/>
          <p:cNvSpPr/>
          <p:nvPr/>
        </p:nvSpPr>
        <p:spPr>
          <a:xfrm>
            <a:off x="4526280" y="49651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Silent rejections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8"/>
          <p:cNvSpPr/>
          <p:nvPr/>
        </p:nvSpPr>
        <p:spPr>
          <a:xfrm>
            <a:off x="4526280" y="53035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Applicants are rejected with no idea which requirements they were missing.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9"/>
          <p:cNvSpPr/>
          <p:nvPr/>
        </p:nvSpPr>
        <p:spPr>
          <a:xfrm>
            <a:off x="8046720" y="425196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0"/>
          <p:cNvSpPr/>
          <p:nvPr/>
        </p:nvSpPr>
        <p:spPr>
          <a:xfrm>
            <a:off x="8275320" y="448056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1"/>
          <p:cNvSpPr/>
          <p:nvPr/>
        </p:nvSpPr>
        <p:spPr>
          <a:xfrm>
            <a:off x="8275320" y="4480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2"/>
          <p:cNvSpPr/>
          <p:nvPr/>
        </p:nvSpPr>
        <p:spPr>
          <a:xfrm>
            <a:off x="8275320" y="49651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No interview practice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3"/>
          <p:cNvSpPr/>
          <p:nvPr/>
        </p:nvSpPr>
        <p:spPr>
          <a:xfrm>
            <a:off x="8275320" y="53035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Little chance to rehearse real interview questions before it counts.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4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5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THE 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548640" y="9601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CareerGPS: your AI career mentor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548640" y="1691640"/>
            <a:ext cx="55774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One connected platform guides users from their current position to their dream career — instead of teaching skills in isolation, CareerGPS builds the entire journey.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548640" y="30175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548640" y="3017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1005840" y="29901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Reads current skills from GitHub and CV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548640" y="34747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548640" y="3474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1005840" y="34473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Finds the missing skills for the chosen career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548640" y="39319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548640" y="39319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1005840" y="39045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Builds a personalized learning roadmap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548640" y="43891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548640" y="43891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1005840" y="43617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Keeps users consistent with scheduling &amp; gamification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548640" y="48463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548640" y="4846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1005840" y="48189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Optimizes the CV for ATS systems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548640" y="53035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548640" y="5303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1005840" y="52761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Matches the CV against real job descriptions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2"/>
          <p:cNvSpPr/>
          <p:nvPr/>
        </p:nvSpPr>
        <p:spPr>
          <a:xfrm>
            <a:off x="548640" y="57607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3"/>
          <p:cNvSpPr/>
          <p:nvPr/>
        </p:nvSpPr>
        <p:spPr>
          <a:xfrm>
            <a:off x="548640" y="5760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1005840" y="57333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Prepares users with AI interview simulations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5"/>
          <p:cNvSpPr/>
          <p:nvPr/>
        </p:nvSpPr>
        <p:spPr>
          <a:xfrm>
            <a:off x="6492240" y="96012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6"/>
          <p:cNvSpPr/>
          <p:nvPr/>
        </p:nvSpPr>
        <p:spPr>
          <a:xfrm>
            <a:off x="6858000" y="141732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7"/>
          <p:cNvSpPr/>
          <p:nvPr/>
        </p:nvSpPr>
        <p:spPr>
          <a:xfrm>
            <a:off x="7086600" y="141732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GitHub + CV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8869680" y="19843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9"/>
          <p:cNvSpPr/>
          <p:nvPr/>
        </p:nvSpPr>
        <p:spPr>
          <a:xfrm>
            <a:off x="6858000" y="235008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0"/>
          <p:cNvSpPr/>
          <p:nvPr/>
        </p:nvSpPr>
        <p:spPr>
          <a:xfrm>
            <a:off x="7086600" y="235008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Skill Gaps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1"/>
          <p:cNvSpPr/>
          <p:nvPr/>
        </p:nvSpPr>
        <p:spPr>
          <a:xfrm>
            <a:off x="8869680" y="2917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2"/>
          <p:cNvSpPr/>
          <p:nvPr/>
        </p:nvSpPr>
        <p:spPr>
          <a:xfrm>
            <a:off x="6858000" y="328284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3"/>
          <p:cNvSpPr/>
          <p:nvPr/>
        </p:nvSpPr>
        <p:spPr>
          <a:xfrm>
            <a:off x="7086600" y="328284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Roadmap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4"/>
          <p:cNvSpPr/>
          <p:nvPr/>
        </p:nvSpPr>
        <p:spPr>
          <a:xfrm>
            <a:off x="8869680" y="38494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5"/>
          <p:cNvSpPr/>
          <p:nvPr/>
        </p:nvSpPr>
        <p:spPr>
          <a:xfrm>
            <a:off x="6858000" y="421524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6"/>
          <p:cNvSpPr/>
          <p:nvPr/>
        </p:nvSpPr>
        <p:spPr>
          <a:xfrm>
            <a:off x="7086600" y="421524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Consistency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7"/>
          <p:cNvSpPr/>
          <p:nvPr/>
        </p:nvSpPr>
        <p:spPr>
          <a:xfrm>
            <a:off x="8869680" y="47822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8"/>
          <p:cNvSpPr/>
          <p:nvPr/>
        </p:nvSpPr>
        <p:spPr>
          <a:xfrm>
            <a:off x="6858000" y="514800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9"/>
          <p:cNvSpPr/>
          <p:nvPr/>
        </p:nvSpPr>
        <p:spPr>
          <a:xfrm>
            <a:off x="7086600" y="514800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Job Ready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0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1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personalized learning roadmap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8640" y="164592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 builds a roadmap unique to every user, starting with an honest picture of what they already know.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548640" y="2514600"/>
            <a:ext cx="5486040" cy="117000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777240" y="262440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Skill assessment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777240" y="295344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Extracts skills from GitHub projects and the uploaded CV, then scores every skill, plus an activity score and an overall readiness score.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548640" y="3840480"/>
            <a:ext cx="5486040" cy="117000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777240" y="39502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Gap detection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777240" y="427932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Compares assessed skills against the chosen career to find exactly which skills are missing.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548640" y="5166360"/>
            <a:ext cx="5486040" cy="117000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777240" y="52761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Smart roadmap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777240" y="560520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Generates a roadmap containing only the curricula needed to close those gaps — nothing redundant.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3"/>
          <p:cNvSpPr/>
          <p:nvPr/>
        </p:nvSpPr>
        <p:spPr>
          <a:xfrm>
            <a:off x="6858000" y="123480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6858000" y="12344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Roadmap structure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6858000" y="182880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7022520" y="2030040"/>
            <a:ext cx="456840" cy="45684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7022520" y="2030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7635240" y="1965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Career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7635240" y="23043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Chosen career path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6858000" y="285300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1"/>
          <p:cNvSpPr/>
          <p:nvPr/>
        </p:nvSpPr>
        <p:spPr>
          <a:xfrm>
            <a:off x="6858000" y="320040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7022520" y="3401640"/>
            <a:ext cx="456840" cy="45684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3"/>
          <p:cNvSpPr/>
          <p:nvPr/>
        </p:nvSpPr>
        <p:spPr>
          <a:xfrm>
            <a:off x="7022520" y="340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7635240" y="33375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Skills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7635240" y="36759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The specific skills the user is missing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6858000" y="422460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6858000" y="457200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8"/>
          <p:cNvSpPr/>
          <p:nvPr/>
        </p:nvSpPr>
        <p:spPr>
          <a:xfrm>
            <a:off x="7022520" y="4773240"/>
            <a:ext cx="456840" cy="45684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9"/>
          <p:cNvSpPr/>
          <p:nvPr/>
        </p:nvSpPr>
        <p:spPr>
          <a:xfrm>
            <a:off x="7022520" y="4773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0"/>
          <p:cNvSpPr/>
          <p:nvPr/>
        </p:nvSpPr>
        <p:spPr>
          <a:xfrm>
            <a:off x="7635240" y="47091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Curricula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1"/>
          <p:cNvSpPr/>
          <p:nvPr/>
        </p:nvSpPr>
        <p:spPr>
          <a:xfrm>
            <a:off x="7635240" y="50475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Structured lessons for each missing skill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2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3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Smart scheduling &amp; consistency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548640" y="16459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Learning only works if users stay consistent, so CareerGPS turns availability into an achievable plan.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548640" y="233172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777240" y="256032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777240" y="25603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1371600" y="2532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Built on real availability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804600" y="310896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Days per week and hours per day feed directly into the calendar CareerGPS builds for the user.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5943600" y="233172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6172200" y="256032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6172200" y="25603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6766560" y="2532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Two-week cycles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6199560" y="310896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Study topics are planned in flexible two-week cycles instead of one rigid long-term plan.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548640" y="448056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777240" y="470916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777240" y="47091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1371600" y="46818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Missed-session reminders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804600" y="525780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A notification nudges the user to study when a scheduled event is skipped.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5943600" y="448056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0"/>
          <p:cNvSpPr/>
          <p:nvPr/>
        </p:nvSpPr>
        <p:spPr>
          <a:xfrm>
            <a:off x="6172200" y="470916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6172200" y="47091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6766560" y="46818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Encouraging nudges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"/>
          <p:cNvSpPr/>
          <p:nvPr/>
        </p:nvSpPr>
        <p:spPr>
          <a:xfrm>
            <a:off x="6199560" y="525780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If a user forgets to plan the next two weeks, CareerGPS sends an encouraging message to keep them going.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Gamification that builds the habit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48640" y="1645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Small, visible rewards keep users committed to the plan long after motivation fades.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548640" y="2331720"/>
            <a:ext cx="3520080" cy="2742840"/>
          </a:xfrm>
          <a:prstGeom prst="roundRect">
            <a:avLst>
              <a:gd name="adj" fmla="val 266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804600" y="2587680"/>
            <a:ext cx="502560" cy="50256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804600" y="2587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804600" y="3291840"/>
            <a:ext cx="3008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Progress score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804600" y="3703320"/>
            <a:ext cx="3008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The overall score rises every time a user finishes a full skill curriculum.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4297680" y="2331720"/>
            <a:ext cx="3520080" cy="2742840"/>
          </a:xfrm>
          <a:prstGeom prst="roundRect">
            <a:avLst>
              <a:gd name="adj" fmla="val 266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4553640" y="2587680"/>
            <a:ext cx="502560" cy="50256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4553640" y="2587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4553640" y="3291840"/>
            <a:ext cx="3008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Learning streak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4553640" y="3703320"/>
            <a:ext cx="3008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The streak grows with every completed scheduled task, and drops when one is missed.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8046720" y="2331720"/>
            <a:ext cx="3520080" cy="2742840"/>
          </a:xfrm>
          <a:prstGeom prst="roundRect">
            <a:avLst>
              <a:gd name="adj" fmla="val 266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8302680" y="2587680"/>
            <a:ext cx="502560" cy="50256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8302680" y="2587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8302680" y="3291840"/>
            <a:ext cx="3008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 monthly freezes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8302680" y="3703320"/>
            <a:ext cx="3008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Each user gets 3 freezes a month to protect their streak during unavoidable breaks.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ATS CV evaluation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548640" y="164592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Many qualified candidates are rejected before a recruiter ever opens their CV. CareerGPS checks it the way an ATS does.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548640" y="27432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822960" y="27432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ATS compatibility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548640" y="34290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822960" y="34290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Resume formatting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548640" y="41148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822960" y="41148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Structure &amp; layout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548640" y="48006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822960" y="48006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Readability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6492240" y="96012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EFEFEF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6858000" y="12801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ATS Score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8001000" y="1828800"/>
            <a:ext cx="2102760" cy="21027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B7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8001000" y="1828800"/>
            <a:ext cx="210276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87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8001000" y="39776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out of 100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6858000" y="4663440"/>
            <a:ext cx="43887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Actionable recommendations raise this score and the odds of passing ATS screening.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CV vs. job description gap analysis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548640" y="16459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Before applying, users upload a CV and a target job description. CareerGPS compares them and shows exactly what's missing.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54864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151776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151776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68580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Missing 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325512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9"/>
          <p:cNvSpPr/>
          <p:nvPr/>
        </p:nvSpPr>
        <p:spPr>
          <a:xfrm>
            <a:off x="422460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422460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339228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Missing keywords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2"/>
          <p:cNvSpPr/>
          <p:nvPr/>
        </p:nvSpPr>
        <p:spPr>
          <a:xfrm>
            <a:off x="596196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3"/>
          <p:cNvSpPr/>
          <p:nvPr/>
        </p:nvSpPr>
        <p:spPr>
          <a:xfrm>
            <a:off x="693108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693108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609912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Experience gaps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866844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7"/>
          <p:cNvSpPr/>
          <p:nvPr/>
        </p:nvSpPr>
        <p:spPr>
          <a:xfrm>
            <a:off x="963792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963792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9"/>
          <p:cNvSpPr/>
          <p:nvPr/>
        </p:nvSpPr>
        <p:spPr>
          <a:xfrm>
            <a:off x="880560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Matching strengths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0"/>
          <p:cNvSpPr/>
          <p:nvPr/>
        </p:nvSpPr>
        <p:spPr>
          <a:xfrm>
            <a:off x="548640" y="52578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The result: users know exactly what employers expect before they submit an application.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1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2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AI interview simulation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548640" y="164592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 runs a realistic interview conversation, adapted to the user's chosen career, then delivers feedback that matters.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548640" y="274320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548640" y="2743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1005840" y="2706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Technical questions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548640" y="331020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548640" y="3310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1005840" y="3273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Behavioral questions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548640" y="387720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548640" y="3877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1005840" y="3840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Adapts to the chosen career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3"/>
          <p:cNvSpPr/>
          <p:nvPr/>
        </p:nvSpPr>
        <p:spPr>
          <a:xfrm>
            <a:off x="548640" y="444384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548640" y="44438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5"/>
          <p:cNvSpPr/>
          <p:nvPr/>
        </p:nvSpPr>
        <p:spPr>
          <a:xfrm>
            <a:off x="1005840" y="4407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Evaluates every response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6"/>
          <p:cNvSpPr/>
          <p:nvPr/>
        </p:nvSpPr>
        <p:spPr>
          <a:xfrm>
            <a:off x="6492240" y="96012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6858000" y="12801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Feedback report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8"/>
          <p:cNvSpPr/>
          <p:nvPr/>
        </p:nvSpPr>
        <p:spPr>
          <a:xfrm>
            <a:off x="6858000" y="19202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9"/>
          <p:cNvSpPr/>
          <p:nvPr/>
        </p:nvSpPr>
        <p:spPr>
          <a:xfrm>
            <a:off x="7086600" y="19202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Strengths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0"/>
          <p:cNvSpPr/>
          <p:nvPr/>
        </p:nvSpPr>
        <p:spPr>
          <a:xfrm>
            <a:off x="6858000" y="26060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7086600" y="26060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Weaknesses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2"/>
          <p:cNvSpPr/>
          <p:nvPr/>
        </p:nvSpPr>
        <p:spPr>
          <a:xfrm>
            <a:off x="6858000" y="32918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3"/>
          <p:cNvSpPr/>
          <p:nvPr/>
        </p:nvSpPr>
        <p:spPr>
          <a:xfrm>
            <a:off x="7086600" y="32918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Communication quality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"/>
          <p:cNvSpPr/>
          <p:nvPr/>
        </p:nvSpPr>
        <p:spPr>
          <a:xfrm>
            <a:off x="6858000" y="39776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7086600" y="39776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Technical performance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6"/>
          <p:cNvSpPr/>
          <p:nvPr/>
        </p:nvSpPr>
        <p:spPr>
          <a:xfrm>
            <a:off x="6858000" y="46634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7"/>
          <p:cNvSpPr/>
          <p:nvPr/>
        </p:nvSpPr>
        <p:spPr>
          <a:xfrm>
            <a:off x="7086600" y="46634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Areas for improvement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9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Competitive motivation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548640" y="1645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Two leaderboards keep users engaged long after the novelty of a new plan wears off.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548640" y="2377440"/>
            <a:ext cx="5120280" cy="329148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822960" y="2651760"/>
            <a:ext cx="502560" cy="5025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822960" y="2651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822960" y="33832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Global leaderboard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822960" y="38862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See how your progress compares with every CareerGPS user, across every career path.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822960" y="466344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960120" y="46634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822960" y="502920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960120" y="50292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3"/>
          <p:cNvSpPr/>
          <p:nvPr/>
        </p:nvSpPr>
        <p:spPr>
          <a:xfrm>
            <a:off x="822960" y="539496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960120" y="539496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>
            <a:off x="5943600" y="2377440"/>
            <a:ext cx="5120280" cy="329148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6"/>
          <p:cNvSpPr/>
          <p:nvPr/>
        </p:nvSpPr>
        <p:spPr>
          <a:xfrm>
            <a:off x="6217920" y="2651760"/>
            <a:ext cx="502560" cy="5025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6217920" y="2651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6217920" y="33832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Career leaderboard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6217920" y="38862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Compare yourself only against users pursuing the same career you are.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>
            <a:off x="6217920" y="466344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6355080" y="46634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2"/>
          <p:cNvSpPr/>
          <p:nvPr/>
        </p:nvSpPr>
        <p:spPr>
          <a:xfrm>
            <a:off x="6217920" y="502920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3"/>
          <p:cNvSpPr/>
          <p:nvPr/>
        </p:nvSpPr>
        <p:spPr>
          <a:xfrm>
            <a:off x="6355080" y="50292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>
            <a:off x="6217920" y="539496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5"/>
          <p:cNvSpPr/>
          <p:nvPr/>
        </p:nvSpPr>
        <p:spPr>
          <a:xfrm>
            <a:off x="6355080" y="539496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6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2929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WHY CAREERGPS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Every stage of the journey, connected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548640" y="1645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Most platforms solve one problem. CareerGPS connects all four.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4"/>
          <p:cNvSpPr/>
          <p:nvPr/>
        </p:nvSpPr>
        <p:spPr>
          <a:xfrm>
            <a:off x="54864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151344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151344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68580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Learn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73152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AI-generated personalized roadmaps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306324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0"/>
          <p:cNvSpPr/>
          <p:nvPr/>
        </p:nvSpPr>
        <p:spPr>
          <a:xfrm>
            <a:off x="331920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1"/>
          <p:cNvSpPr/>
          <p:nvPr/>
        </p:nvSpPr>
        <p:spPr>
          <a:xfrm>
            <a:off x="428400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428400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345636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Stay Consistent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350208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Scheduling, reminders &amp; gamification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5"/>
          <p:cNvSpPr/>
          <p:nvPr/>
        </p:nvSpPr>
        <p:spPr>
          <a:xfrm>
            <a:off x="583380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6"/>
          <p:cNvSpPr/>
          <p:nvPr/>
        </p:nvSpPr>
        <p:spPr>
          <a:xfrm>
            <a:off x="608976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7"/>
          <p:cNvSpPr/>
          <p:nvPr/>
        </p:nvSpPr>
        <p:spPr>
          <a:xfrm>
            <a:off x="705456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8"/>
          <p:cNvSpPr/>
          <p:nvPr/>
        </p:nvSpPr>
        <p:spPr>
          <a:xfrm>
            <a:off x="705456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9"/>
          <p:cNvSpPr/>
          <p:nvPr/>
        </p:nvSpPr>
        <p:spPr>
          <a:xfrm>
            <a:off x="622692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Get Ready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0"/>
          <p:cNvSpPr/>
          <p:nvPr/>
        </p:nvSpPr>
        <p:spPr>
          <a:xfrm>
            <a:off x="627264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ATS evaluation &amp; job matching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1"/>
          <p:cNvSpPr/>
          <p:nvPr/>
        </p:nvSpPr>
        <p:spPr>
          <a:xfrm>
            <a:off x="860436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2"/>
          <p:cNvSpPr/>
          <p:nvPr/>
        </p:nvSpPr>
        <p:spPr>
          <a:xfrm>
            <a:off x="886068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3"/>
          <p:cNvSpPr/>
          <p:nvPr/>
        </p:nvSpPr>
        <p:spPr>
          <a:xfrm>
            <a:off x="982512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4"/>
          <p:cNvSpPr/>
          <p:nvPr/>
        </p:nvSpPr>
        <p:spPr>
          <a:xfrm>
            <a:off x="982512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5"/>
          <p:cNvSpPr/>
          <p:nvPr/>
        </p:nvSpPr>
        <p:spPr>
          <a:xfrm>
            <a:off x="899784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Succeed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6"/>
          <p:cNvSpPr/>
          <p:nvPr/>
        </p:nvSpPr>
        <p:spPr>
          <a:xfrm>
            <a:off x="904356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AI interview practice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7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8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822960" y="182880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Career</a:t>
            </a:r>
            <a:r>
              <a:rPr lang="en-US" sz="48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GPS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822960" y="2788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From learning to landing the job.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"/>
          <p:cNvSpPr/>
          <p:nvPr/>
        </p:nvSpPr>
        <p:spPr>
          <a:xfrm>
            <a:off x="82296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82296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Analyze.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>
            <a:off x="269748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269748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Plan.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6"/>
          <p:cNvSpPr/>
          <p:nvPr/>
        </p:nvSpPr>
        <p:spPr>
          <a:xfrm>
            <a:off x="457200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457200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Learn.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8"/>
          <p:cNvSpPr/>
          <p:nvPr/>
        </p:nvSpPr>
        <p:spPr>
          <a:xfrm>
            <a:off x="644652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644652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Improve.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0"/>
          <p:cNvSpPr/>
          <p:nvPr/>
        </p:nvSpPr>
        <p:spPr>
          <a:xfrm>
            <a:off x="832104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1"/>
          <p:cNvSpPr/>
          <p:nvPr/>
        </p:nvSpPr>
        <p:spPr>
          <a:xfrm>
            <a:off x="832104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Get Hired.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822960" y="4572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Your AI career companion for every step of the journey.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890</Words>
  <Application>Microsoft Office PowerPoint</Application>
  <PresentationFormat>Widescreen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Sara Ismail</cp:lastModifiedBy>
  <cp:revision>2</cp:revision>
  <dcterms:created xsi:type="dcterms:W3CDTF">2026-07-14T15:04:47Z</dcterms:created>
  <dcterms:modified xsi:type="dcterms:W3CDTF">2026-07-16T09:05:31Z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